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5990e7f9dc4a9a" /><Relationship Type="http://schemas.openxmlformats.org/officeDocument/2006/relationships/extended-properties" Target="/docProps/app.xml" Id="Rb263e21fb0f34461" /><Relationship Type="http://schemas.openxmlformats.org/officeDocument/2006/relationships/officeDocument" Target="/ppt/presentation.xml" Id="Rf3921135785648a1" /></Relationships>
</file>

<file path=ppt/presentation.xml><?xml version="1.0" encoding="utf-8"?>
<p:presentation xmlns:p="http://schemas.openxmlformats.org/presentationml/2006/main">
  <p:sldMasterIdLst>
    <p:sldMasterId xmlns:r="http://schemas.openxmlformats.org/officeDocument/2006/relationships" id="2147483648" r:id="R78a29d282df84a2d"/>
  </p:sldMasterIdLst>
  <p:notesMasterIdLst>
    <p:notesMasterId xmlns:r="http://schemas.openxmlformats.org/officeDocument/2006/relationships" r:id="Rc9a74fb3c1d6478c"/>
  </p:notesMasterIdLst>
  <p:sldIdLst>
    <p:sldId xmlns:r="http://schemas.openxmlformats.org/officeDocument/2006/relationships" id="256" r:id="R5db86bebbf7842b6"/>
    <p:sldId xmlns:r="http://schemas.openxmlformats.org/officeDocument/2006/relationships" id="257" r:id="R0f2e763440c64a59"/>
    <p:sldId xmlns:r="http://schemas.openxmlformats.org/officeDocument/2006/relationships" id="258" r:id="R712da693642b432f"/>
    <p:sldId xmlns:r="http://schemas.openxmlformats.org/officeDocument/2006/relationships" id="259" r:id="R370516eb26ad4fc0"/>
    <p:sldId xmlns:r="http://schemas.openxmlformats.org/officeDocument/2006/relationships" id="260" r:id="R23e0ba582f614b8a"/>
    <p:sldId xmlns:r="http://schemas.openxmlformats.org/officeDocument/2006/relationships" id="261" r:id="R2f1ef70554214e56"/>
    <p:sldId xmlns:r="http://schemas.openxmlformats.org/officeDocument/2006/relationships" id="262" r:id="Rdf80b18cf5984c46"/>
    <p:sldId xmlns:r="http://schemas.openxmlformats.org/officeDocument/2006/relationships" id="263" r:id="R853a8fb8cc104cc5"/>
    <p:sldId xmlns:r="http://schemas.openxmlformats.org/officeDocument/2006/relationships" id="264" r:id="Rdf06ab986ac14aad"/>
    <p:sldId xmlns:r="http://schemas.openxmlformats.org/officeDocument/2006/relationships" id="265" r:id="R2bc719452bb241c2"/>
    <p:sldId xmlns:r="http://schemas.openxmlformats.org/officeDocument/2006/relationships" id="266" r:id="Rcaeab6ceadf842d9"/>
    <p:sldId xmlns:r="http://schemas.openxmlformats.org/officeDocument/2006/relationships" id="267" r:id="R5f9cd2e99c644df2"/>
    <p:sldId xmlns:r="http://schemas.openxmlformats.org/officeDocument/2006/relationships" id="268" r:id="Rc80ee385e7ba4a9d"/>
    <p:sldId xmlns:r="http://schemas.openxmlformats.org/officeDocument/2006/relationships" id="269" r:id="R13fbcfd9d9d74162"/>
    <p:sldId xmlns:r="http://schemas.openxmlformats.org/officeDocument/2006/relationships" id="270" r:id="R86aa25bbc8aa4a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0777a2e7e047d7" /><Relationship Type="http://schemas.openxmlformats.org/officeDocument/2006/relationships/slideMaster" Target="/ppt/slideMasters/slideMaster1.xml" Id="R78a29d282df84a2d" /><Relationship Type="http://schemas.openxmlformats.org/officeDocument/2006/relationships/notesMaster" Target="/ppt/notesMasters/notesMaster1.xml" Id="Rc9a74fb3c1d6478c" /><Relationship Type="http://schemas.openxmlformats.org/officeDocument/2006/relationships/presProps" Target="/ppt/presProps.xml" Id="R94c380891569439a" /><Relationship Type="http://schemas.openxmlformats.org/officeDocument/2006/relationships/tableStyles" Target="/ppt/tableStyles.xml" Id="R0a1269b2b68c4949" /><Relationship Type="http://schemas.openxmlformats.org/officeDocument/2006/relationships/slide" Target="/ppt/slides/slide1.xml" Id="R5db86bebbf7842b6" /><Relationship Type="http://schemas.openxmlformats.org/officeDocument/2006/relationships/slide" Target="/ppt/slides/slide2.xml" Id="R0f2e763440c64a59" /><Relationship Type="http://schemas.openxmlformats.org/officeDocument/2006/relationships/slide" Target="/ppt/slides/slide3.xml" Id="R712da693642b432f" /><Relationship Type="http://schemas.openxmlformats.org/officeDocument/2006/relationships/slide" Target="/ppt/slides/slide4.xml" Id="R370516eb26ad4fc0" /><Relationship Type="http://schemas.openxmlformats.org/officeDocument/2006/relationships/slide" Target="/ppt/slides/slide5.xml" Id="R23e0ba582f614b8a" /><Relationship Type="http://schemas.openxmlformats.org/officeDocument/2006/relationships/slide" Target="/ppt/slides/slide6.xml" Id="R2f1ef70554214e56" /><Relationship Type="http://schemas.openxmlformats.org/officeDocument/2006/relationships/slide" Target="/ppt/slides/slide7.xml" Id="Rdf80b18cf5984c46" /><Relationship Type="http://schemas.openxmlformats.org/officeDocument/2006/relationships/slide" Target="/ppt/slides/slide8.xml" Id="R853a8fb8cc104cc5" /><Relationship Type="http://schemas.openxmlformats.org/officeDocument/2006/relationships/slide" Target="/ppt/slides/slide9.xml" Id="Rdf06ab986ac14aad" /><Relationship Type="http://schemas.openxmlformats.org/officeDocument/2006/relationships/slide" Target="/ppt/slides/slide10.xml" Id="R2bc719452bb241c2" /><Relationship Type="http://schemas.openxmlformats.org/officeDocument/2006/relationships/slide" Target="/ppt/slides/slide11.xml" Id="Rcaeab6ceadf842d9" /><Relationship Type="http://schemas.openxmlformats.org/officeDocument/2006/relationships/slide" Target="/ppt/slides/slide12.xml" Id="R5f9cd2e99c644df2" /><Relationship Type="http://schemas.openxmlformats.org/officeDocument/2006/relationships/slide" Target="/ppt/slides/slide13.xml" Id="Rc80ee385e7ba4a9d" /><Relationship Type="http://schemas.openxmlformats.org/officeDocument/2006/relationships/slide" Target="/ppt/slides/slide14.xml" Id="R13fbcfd9d9d74162" /><Relationship Type="http://schemas.openxmlformats.org/officeDocument/2006/relationships/slide" Target="/ppt/slides/slide15.xml" Id="R86aa25bbc8aa4a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50483b53234a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4bfed51a6c4cf4" /><Relationship Type="http://schemas.openxmlformats.org/officeDocument/2006/relationships/notesMaster" Target="/ppt/notesMasters/notesMaster1.xml" Id="R93cbe365d91849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864d7b4c8d4212" /><Relationship Type="http://schemas.openxmlformats.org/officeDocument/2006/relationships/notesMaster" Target="/ppt/notesMasters/notesMaster1.xml" Id="R466d807af56e406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cf4a779040414f" /><Relationship Type="http://schemas.openxmlformats.org/officeDocument/2006/relationships/notesMaster" Target="/ppt/notesMasters/notesMaster1.xml" Id="R9cfa5b0d5cf84c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7db4e296b8496d" /><Relationship Type="http://schemas.openxmlformats.org/officeDocument/2006/relationships/notesMaster" Target="/ppt/notesMasters/notesMaster1.xml" Id="R03f06d9749364a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61ffd990774a62" /><Relationship Type="http://schemas.openxmlformats.org/officeDocument/2006/relationships/notesMaster" Target="/ppt/notesMasters/notesMaster1.xml" Id="R692c98a289c047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47d0ec25444ed4" /><Relationship Type="http://schemas.openxmlformats.org/officeDocument/2006/relationships/notesMaster" Target="/ppt/notesMasters/notesMaster1.xml" Id="R4ff76fe4c96d47b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2184e6311d49b9" /><Relationship Type="http://schemas.openxmlformats.org/officeDocument/2006/relationships/notesMaster" Target="/ppt/notesMasters/notesMaster1.xml" Id="R6c3de748cfd943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b733b4c55504bf4" /><Relationship Type="http://schemas.openxmlformats.org/officeDocument/2006/relationships/notesMaster" Target="/ppt/notesMasters/notesMaster1.xml" Id="Rca137037e55142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bb8ade47b04238" /><Relationship Type="http://schemas.openxmlformats.org/officeDocument/2006/relationships/notesMaster" Target="/ppt/notesMasters/notesMaster1.xml" Id="Re6ac1bf36ac34c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4511fb750e443d" /><Relationship Type="http://schemas.openxmlformats.org/officeDocument/2006/relationships/notesMaster" Target="/ppt/notesMasters/notesMaster1.xml" Id="Rf164cbc7889343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915bc60b814aa0" /><Relationship Type="http://schemas.openxmlformats.org/officeDocument/2006/relationships/notesMaster" Target="/ppt/notesMasters/notesMaster1.xml" Id="R07d7fde8e55246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4d15b4d81e4fbe" /><Relationship Type="http://schemas.openxmlformats.org/officeDocument/2006/relationships/notesMaster" Target="/ppt/notesMasters/notesMaster1.xml" Id="Rfd61dff47ade4f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bb92d5ac344450" /><Relationship Type="http://schemas.openxmlformats.org/officeDocument/2006/relationships/notesMaster" Target="/ppt/notesMasters/notesMaster1.xml" Id="Ree449c6395b44f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18049dc36647f9" /><Relationship Type="http://schemas.openxmlformats.org/officeDocument/2006/relationships/notesMaster" Target="/ppt/notesMasters/notesMaster1.xml" Id="Rde5578f7a2fb40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f9ea57a83154bee" /><Relationship Type="http://schemas.openxmlformats.org/officeDocument/2006/relationships/notesMaster" Target="/ppt/notesMasters/notesMaster1.xml" Id="Rd31400652e1f42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a:p xmlns:a="http://schemas.openxmlformats.org/drawingml/2006/main">
            <a:r>
              <a:t/>
            </a:r>
          </a:p>
          <a:p xmlns:a="http://schemas.openxmlformats.org/drawingml/2006/main">
            <a:r>
              <a:t>TC native RSS: 8.89 GB, στόχος 5.0 GB. Εντός ανοχής: false. Η επιλογή έγινε μόνο με RSS. Δεν το παρουσιάζουμε ως size-matched reproduction.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8f822c0ba540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17211239fd44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9a00625d024e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827712601bd405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d0b4d748d3842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869bf89f6349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DB9BE8-5AA2-4307-8C6B-60419652A3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B9A332-4DC2-4D02-AAE5-1D1062E365B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8C5978A-6634-497D-A06A-18FBE95B432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2BA4CD-F286-4313-AC63-4B691B58788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8FED702-825B-42EE-9061-69E6AA0DD5B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15559D-8A26-43D2-9704-F0F7D9CCAB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375E2C-CAD2-41CD-8C6A-E641CD4004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1FDF0D4-21D9-4665-AB4E-45E39F4051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CEAD79-A362-40EF-AE0D-C408CBE6D4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4DB354F-3639-4516-AE97-C8293A7DD2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f3b45f359c4322" /><Relationship Type="http://schemas.openxmlformats.org/officeDocument/2006/relationships/slideLayout" Target="/ppt/slideLayouts/slideLayout1.xml" Id="Rd6a74743f95047ba" /><Relationship Type="http://schemas.openxmlformats.org/officeDocument/2006/relationships/slideLayout" Target="/ppt/slideLayouts/slideLayout2.xml" Id="R36b651d0f8ae4afb" /><Relationship Type="http://schemas.openxmlformats.org/officeDocument/2006/relationships/slideLayout" Target="/ppt/slideLayouts/slideLayout3.xml" Id="R819a71b8e1d647cb" /><Relationship Type="http://schemas.openxmlformats.org/officeDocument/2006/relationships/slideLayout" Target="/ppt/slideLayouts/slideLayout4.xml" Id="R4e2e38be593b4cf1" /><Relationship Type="http://schemas.openxmlformats.org/officeDocument/2006/relationships/slideLayout" Target="/ppt/slideLayouts/slideLayout5.xml" Id="R44f33a452a064e40" /><Relationship Type="http://schemas.openxmlformats.org/officeDocument/2006/relationships/slideLayout" Target="/ppt/slideLayouts/slideLayout6.xml" Id="Rb8f7227aa29943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a74743f95047ba"/>
    <p:sldLayoutId xmlns:r="http://schemas.openxmlformats.org/officeDocument/2006/relationships" id="2147483650" r:id="R36b651d0f8ae4afb"/>
    <p:sldLayoutId xmlns:r="http://schemas.openxmlformats.org/officeDocument/2006/relationships" id="2147483651" r:id="R819a71b8e1d647cb"/>
    <p:sldLayoutId xmlns:r="http://schemas.openxmlformats.org/officeDocument/2006/relationships" id="2147483652" r:id="R4e2e38be593b4cf1"/>
    <p:sldLayoutId xmlns:r="http://schemas.openxmlformats.org/officeDocument/2006/relationships" id="2147483653" r:id="R44f33a452a064e40"/>
    <p:sldLayoutId xmlns:r="http://schemas.openxmlformats.org/officeDocument/2006/relationships" id="2147483654" r:id="Rb8f7227aa29943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e4ec0b16f444eb1" /><Relationship Type="http://schemas.openxmlformats.org/officeDocument/2006/relationships/notesSlide" Target="/ppt/notesSlides/notesSlide1.xml" Id="R6e40c197ba7d4c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727ea1887484405" /><Relationship Type="http://schemas.openxmlformats.org/officeDocument/2006/relationships/notesSlide" Target="/ppt/notesSlides/notesSlide2.xml" Id="R47009d1ecbeb48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e8ace79ac394635" /><Relationship Type="http://schemas.openxmlformats.org/officeDocument/2006/relationships/notesSlide" Target="/ppt/notesSlides/notesSlide3.xml" Id="Re7df8d27557641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905f30a929d40b1" /><Relationship Type="http://schemas.openxmlformats.org/officeDocument/2006/relationships/notesSlide" Target="/ppt/notesSlides/notesSlide4.xml" Id="R465cda1c613048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ab205bff0424b35" /><Relationship Type="http://schemas.openxmlformats.org/officeDocument/2006/relationships/notesSlide" Target="/ppt/notesSlides/notesSlide5.xml" Id="Ra9a9723af4ff40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4802eff9eb540ba" /><Relationship Type="http://schemas.openxmlformats.org/officeDocument/2006/relationships/notesSlide" Target="/ppt/notesSlides/notesSlide6.xml" Id="R1d8186e738f641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3d7fb7e703f4763" /><Relationship Type="http://schemas.openxmlformats.org/officeDocument/2006/relationships/image" Target="/ppt/media/image.png" Id="R19daf8246b8446b1" /><Relationship Type="http://schemas.openxmlformats.org/officeDocument/2006/relationships/notesSlide" Target="/ppt/notesSlides/notesSlide7.xml" Id="Rbe44687259b44a7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37e01ec88cd4b09" /><Relationship Type="http://schemas.openxmlformats.org/officeDocument/2006/relationships/image" Target="/ppt/media/image2.png" Id="Ree598182099149b8" /><Relationship Type="http://schemas.openxmlformats.org/officeDocument/2006/relationships/notesSlide" Target="/ppt/notesSlides/notesSlide8.xml" Id="R1a0004fd06524b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777fea9f4744fd0" /><Relationship Type="http://schemas.openxmlformats.org/officeDocument/2006/relationships/notesSlide" Target="/ppt/notesSlides/notesSlide9.xml" Id="R3571624a725741d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0d27471e43b45c7" /><Relationship Type="http://schemas.openxmlformats.org/officeDocument/2006/relationships/notesSlide" Target="/ppt/notesSlides/notesSlide10.xml" Id="R7f395b6abdd04a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3a2c282359f4797" /><Relationship Type="http://schemas.openxmlformats.org/officeDocument/2006/relationships/image" Target="/ppt/media/image3.png" Id="R089b999c15044162" /><Relationship Type="http://schemas.openxmlformats.org/officeDocument/2006/relationships/notesSlide" Target="/ppt/notesSlides/notesSlide11.xml" Id="R1281cda98cc84c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ece25e893a3490e" /><Relationship Type="http://schemas.openxmlformats.org/officeDocument/2006/relationships/image" Target="/ppt/media/image4.png" Id="R033986fe216141ea" /><Relationship Type="http://schemas.openxmlformats.org/officeDocument/2006/relationships/notesSlide" Target="/ppt/notesSlides/notesSlide12.xml" Id="Rfc16f236ead34b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dcb7512fbe94e73" /><Relationship Type="http://schemas.openxmlformats.org/officeDocument/2006/relationships/image" Target="/ppt/media/image5.png" Id="Re00bc645573d4c49" /><Relationship Type="http://schemas.openxmlformats.org/officeDocument/2006/relationships/notesSlide" Target="/ppt/notesSlides/notesSlide13.xml" Id="R738a3a12155a43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663a767aee34fda" /><Relationship Type="http://schemas.openxmlformats.org/officeDocument/2006/relationships/image" Target="/ppt/media/image6.png" Id="Rea10309da9bf4d2a" /><Relationship Type="http://schemas.openxmlformats.org/officeDocument/2006/relationships/notesSlide" Target="/ppt/notesSlides/notesSlide14.xml" Id="Ra05aa7c0573e4e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45f272d1dbe4a4a" /><Relationship Type="http://schemas.openxmlformats.org/officeDocument/2006/relationships/notesSlide" Target="/ppt/notesSlides/notesSlide15.xml" Id="R97329ee3ca4643d9"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B0485D-84C5-4871-A501-4E69196162F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F3CB5CA5-6E05-49F5-92C8-54FF7EE33CE4}"/>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E1C53644-D8E0-42D1-ABC1-03AD0CF9ED5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ADF1852-89A0-4E00-A46A-15D3C9FBB5F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AECC2BA1-7D68-4DF8-BD18-826B2DCB6DFF}"/>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939C02D2-440B-4B90-A647-1CEBA6028923}"/>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1279497950"/>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3BAC4F-F124-4655-BFB1-F686A0189C1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7ACF392-947D-43DF-B84B-3D8EAC1BC37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37261028-146F-4A35-9D67-F610AEB69C1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E57D693-4528-4702-AB21-64229FE136A5}"/>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4F39CF0B-D38A-4658-B090-F3F425248275}"/>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390822318"/>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BBC345-8C25-419C-A40C-3F65A6A43233}"/>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D7E18AA-46F7-48B5-A1A5-8956ABD6086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D485C0FE-5CEE-4A60-B5D3-20E718F62B6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F167341-DA20-4547-8165-B5B97ADD5F5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0DDDF6D7-262C-4B66-9DEE-C19ECC56156D}"/>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1726800506"/>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512198A-05AF-40CA-BE95-E615FF7624D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B525C72-D91F-400A-90D5-2DB6468F6AA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76D0299A-0141-48EC-B6AA-888210B303A4}"/>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A7A1683-4E40-41EF-A93F-5CE359459C4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4FE4DBCF-D6C4-49B8-9C02-A1D2646301B2}"/>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1263368821"/>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3AEB59-C0CE-437A-A86F-F40CFC126C5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1A803150-E8F8-4E77-B1DF-27E2F8DA706C}"/>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83D229F2-61D0-4929-AB08-EBD62A22DBEE}"/>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E69BAD39-E399-4E15-A712-56B2234A036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0F117DEB-F112-4C3E-A208-160966764583}"/>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492374881"/>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40D340-CCD3-4C9E-AA28-EE813F637E2A}"/>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05C6468-88BC-4B28-A0FA-6FF78643533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833E4358-9D66-4DD0-8BD0-33401630D7F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1940611A-676E-4B95-B236-BB58A8856CD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3D93CF48-389B-41C9-A6E6-BA727905B8DC}"/>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618971621"/>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7C1CF9-8844-46A0-BE3E-2C318535257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F87F7FE-5429-4432-9108-695F1BB4498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D3CEAFF1-A3A8-4621-84A0-068238215CDF}"/>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EF6C74E9-A98D-4437-8D19-159651F71C33}"/>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4F06F549-82C9-47E0-8164-EB2E86E09206}"/>
              </a:ext>
            </a:extLst>
          </p:cNvPr>
          <p:cNvPicPr>
            <a:picLocks xmlns:a="http://schemas.openxmlformats.org/drawingml/2006/main" noChangeAspect="1"/>
          </p:cNvPicPr>
          <p:nvPr/>
        </p:nvPicPr>
        <p:blipFill>
          <a:blip xmlns:r="http://schemas.openxmlformats.org/officeDocument/2006/relationships" xmlns:a="http://schemas.openxmlformats.org/drawingml/2006/main" r:embed="R19daf8246b8446b1"/>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793850A-F43D-4E05-8927-1E3762CEE349}"/>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1592091853"/>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F56164-34B3-4DA6-A128-8FA43E59D50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CA07AEF-676B-4B04-9823-58EFA8D8D1B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E351E0CA-A959-40A6-9EA3-1DE8DCA7D5F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292B07A-2AE3-47BD-A534-A59B2ABE6F1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A033017C-898C-4C7B-A44E-8C846C372D36}"/>
              </a:ext>
            </a:extLst>
          </p:cNvPr>
          <p:cNvPicPr>
            <a:picLocks xmlns:a="http://schemas.openxmlformats.org/drawingml/2006/main" noChangeAspect="1"/>
          </p:cNvPicPr>
          <p:nvPr/>
        </p:nvPicPr>
        <p:blipFill>
          <a:blip xmlns:r="http://schemas.openxmlformats.org/officeDocument/2006/relationships" xmlns:a="http://schemas.openxmlformats.org/drawingml/2006/main" r:embed="Ree598182099149b8"/>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7EFFAB7-7F55-47DE-A3F3-7206D7AB54D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482112205"/>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9645B0-AC21-4D8A-84BE-1CA847392D7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930AE3C4-FAA3-482B-86E2-F5A9CDC35991}"/>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315ED9AD-DF88-4DA7-AA12-1A71B43F6D2F}"/>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1A7CD9B5-8F14-441A-BB90-F2AF33709EB4}"/>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5D571468-74CE-4C1A-ABEB-038F67680ACC}"/>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3B4361DA-CEE8-4E4C-A2AD-12B018E0D1FB}"/>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1130384129"/>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6EB518-FEB1-4EAA-A4C0-326DE4589DF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F165B36A-386D-43DB-B46B-FFD4F148F6A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6A774D73-35D5-4C38-9C92-F4AC018808A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EC51214-50C1-45BC-AD1F-121BFB1EFB8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B5A60028-33C9-4B37-A331-865C32D3073D}"/>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0BC4D704-B0C9-499A-A889-49DF5699BDC1}"/>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570148348"/>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FA1632-7120-41A5-8879-D2CE0C57661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6282FFD-D2EF-44F8-9C52-86B5F456F9A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A4877E8F-F960-4D21-8D9B-FC1CDA6B541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F11D295-536F-4184-B2BA-A0C421E4EB58}"/>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pic>
        <p:nvPicPr>
          <p:cNvPr id="5" name="">
            <a:extLst xmlns:a="http://schemas.openxmlformats.org/drawingml/2006/main">
              <a:ext uri="{FF2B5EF4-FFF2-40B4-BE49-F238E27FC236}">
                <a16:creationId xmlns:a16="http://schemas.microsoft.com/office/drawing/2014/main" id="{492AB599-9158-4819-9EE0-398A1CD17182}"/>
              </a:ext>
            </a:extLst>
          </p:cNvPr>
          <p:cNvPicPr>
            <a:picLocks xmlns:a="http://schemas.openxmlformats.org/drawingml/2006/main" noChangeAspect="1"/>
          </p:cNvPicPr>
          <p:nvPr/>
        </p:nvPicPr>
        <p:blipFill>
          <a:blip xmlns:r="http://schemas.openxmlformats.org/officeDocument/2006/relationships" xmlns:a="http://schemas.openxmlformats.org/drawingml/2006/main" r:embed="R089b999c15044162"/>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42784F0-93CE-4D17-9C8D-A11E2D3CA5C3}"/>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Reference-selected, όχι ανεξάρτητη replication. Έλεγχοι: 13 / 21. Όλες οι δοκιμές διατηρούνται.</a:t>
            </a:r>
          </a:p>
        </p:txBody>
      </p:sp>
    </p:spTree>
    <p:extLst>
      <p:ext uri="{BB962C8B-B14F-4D97-AF65-F5344CB8AC3E}">
        <p14:creationId xmlns:p14="http://schemas.microsoft.com/office/powerpoint/2010/main" val="1624483331"/>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AB70AD-D6DF-453F-9510-7F132F92150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6A33C94-0960-4469-A111-F823FFBC3EF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E97A17B2-6038-4840-8944-3161BC3145BD}"/>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C4BD654B-B136-465E-9006-9FB36BE28F4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067E495C-E6F5-4167-8D56-46FA839AB150}"/>
              </a:ext>
            </a:extLst>
          </p:cNvPr>
          <p:cNvPicPr>
            <a:picLocks xmlns:a="http://schemas.openxmlformats.org/drawingml/2006/main" noChangeAspect="1"/>
          </p:cNvPicPr>
          <p:nvPr/>
        </p:nvPicPr>
        <p:blipFill>
          <a:blip xmlns:r="http://schemas.openxmlformats.org/officeDocument/2006/relationships" xmlns:a="http://schemas.openxmlformats.org/drawingml/2006/main" r:embed="R033986fe216141ea"/>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6C2179E-FA7B-4CA8-9295-88FAC0667E97}"/>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complete · TC: running · Snapshot resume: bounded validation passed, reboot untested.</a:t>
            </a:r>
          </a:p>
        </p:txBody>
      </p:sp>
    </p:spTree>
    <p:extLst>
      <p:ext uri="{BB962C8B-B14F-4D97-AF65-F5344CB8AC3E}">
        <p14:creationId xmlns:p14="http://schemas.microsoft.com/office/powerpoint/2010/main" val="990912755"/>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EF602F-16D2-4E46-B89E-3149E6D2D87A}"/>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F885E96-8CB3-4206-A0BD-ED8ED23FAF8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6DF29870-F99B-488A-A1AA-3071C8ECACA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62F0E6CF-C45D-4516-9B1C-CACB71A4B59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50A89CF7-B301-4230-9273-2F5B0EDB7514}"/>
              </a:ext>
            </a:extLst>
          </p:cNvPr>
          <p:cNvPicPr>
            <a:picLocks xmlns:a="http://schemas.openxmlformats.org/drawingml/2006/main" noChangeAspect="1"/>
          </p:cNvPicPr>
          <p:nvPr/>
        </p:nvPicPr>
        <p:blipFill>
          <a:blip xmlns:r="http://schemas.openxmlformats.org/officeDocument/2006/relationships" xmlns:a="http://schemas.openxmlformats.org/drawingml/2006/main" r:embed="Re00bc645573d4c49"/>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F0167D1-FCD6-4921-8DA5-E28C640384AF}"/>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982078146"/>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A3B0BC-D7A9-4272-B14D-94E96A37323F}"/>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76DBB2B-39F3-49FE-9587-82D3F2FE202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5CF629CE-D705-4DE6-B650-BDA775D7329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EB298D40-6C07-4AFE-A48C-A6D9E4BD4AC9}"/>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1D274002-DCE4-4FE7-9834-7D4C3EC13358}"/>
              </a:ext>
            </a:extLst>
          </p:cNvPr>
          <p:cNvPicPr>
            <a:picLocks xmlns:a="http://schemas.openxmlformats.org/drawingml/2006/main" noChangeAspect="1"/>
          </p:cNvPicPr>
          <p:nvPr/>
        </p:nvPicPr>
        <p:blipFill>
          <a:blip xmlns:r="http://schemas.openxmlformats.org/officeDocument/2006/relationships" xmlns:a="http://schemas.openxmlformats.org/drawingml/2006/main" r:embed="Rea10309da9bf4d2a"/>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CC56909-A3AC-4028-9336-2AB7B96A4801}"/>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1726169038"/>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A82F510-5FD2-42C7-B156-7291E138813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C5744D1F-B289-4117-80B4-5DB50904771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784EFD6E-4491-4F17-8B28-8C1427378EA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F17699E-AF2F-4F21-AB69-B5C6C9C9268A}"/>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478B80FC-1C4B-46A0-A9B8-4ECCC45C632E}"/>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1548277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2026-10-29T11:39:03.1000000Z</dcterms:created>
  <dcterms:modified xsi:type="dcterms:W3CDTF">2026-10-29T11:39:03.1010000Z</dcterms:modified>
</coreProperties>
</file>